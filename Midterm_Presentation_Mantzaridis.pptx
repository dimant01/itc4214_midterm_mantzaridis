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A772-E9F8-9E24-6E4F-86381FAA1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DECB3-62EB-41F0-8A43-67B88E625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1BE64-D342-41C0-D739-BECE995A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3EFA-02EB-4D0B-8831-3283AF2CBA0F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70F74-E1BB-9120-D497-FFC96D76B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5B9C5-0ED2-4150-AA29-28B6982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891B-0455-43CA-BADE-909B7D965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1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FE9F4-90B6-74C7-BC4B-2BFCFFDB5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88E9A-0F9E-E705-6745-63F344C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0CD7C-B0E1-31B5-943A-DD272D32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3EFA-02EB-4D0B-8831-3283AF2CBA0F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38D65-8F90-F93E-F821-8B4381D6D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38218-B7A2-0B54-C2FE-28EB515A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891B-0455-43CA-BADE-909B7D965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80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80BA-F888-F322-096C-97FD9FED6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4DB5D-A37C-6454-10BB-6D2419046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C6068-EB60-2960-DB72-000ADE3A2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3EFA-02EB-4D0B-8831-3283AF2CBA0F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C7B9D-17CD-B14C-8FB7-70EAB202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BA2E3-7B50-6944-A2C3-D43B9FB85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891B-0455-43CA-BADE-909B7D965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376A-A474-BA3B-5289-CD6AC006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6962A-3D90-8F58-9D73-D68D923F2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F2095-2EB2-D02C-89FB-03CC2EA07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88F46-38A1-25C9-6F5D-5E3E4E4F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3EFA-02EB-4D0B-8831-3283AF2CBA0F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AAF43-BE4D-6149-C855-52D29697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0E35-75C9-F073-C9C4-24EA4533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891B-0455-43CA-BADE-909B7D965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11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55C6D-F401-449A-B1EB-C04C9592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EAFA9-80A1-49A2-309A-1AAC57AD7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B7AA5C-9C83-7E1E-7F20-22D04AD89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75C4-A234-449B-4165-F370DC9338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91A753-2238-F27E-6128-4054F764C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82D29F-660F-105C-346D-A3A339F56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3EFA-02EB-4D0B-8831-3283AF2CBA0F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8F511D-D74F-1290-6C1C-71F91B92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9F82E3-F111-77D4-8F05-5803F28E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891B-0455-43CA-BADE-909B7D965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7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0C16-097D-3648-1F0A-1C0178E06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39DAB8-89B3-5A57-B7E7-B8C9BD46D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3EFA-02EB-4D0B-8831-3283AF2CBA0F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ABBA0-0897-4A40-59E9-69AFCFE6B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EA7A7-5EC7-04D3-1971-6F6FE2C0A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891B-0455-43CA-BADE-909B7D965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49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C699AF-E8E2-1D1F-D0E2-B8BE75131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3EFA-02EB-4D0B-8831-3283AF2CBA0F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0279FE-57A4-5662-C6FA-D3547F422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80E4-8800-3F98-20A1-73EC4D31B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891B-0455-43CA-BADE-909B7D965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8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35677-6F02-4A8E-D806-FCEA43F56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60810-8C8C-9D7D-458B-5CA184CD7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85BD1-10D2-2D11-32A9-D0751CF7E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11E37-284A-C832-0025-0B351658B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3EFA-02EB-4D0B-8831-3283AF2CBA0F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8481D-CF50-AC8D-71A6-54A4C007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201C8-1BCB-B75B-E31D-8A5073B9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891B-0455-43CA-BADE-909B7D965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05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6ECAA-104C-3B83-3222-CFB81316F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87A352-B98E-E67F-ECAF-B5DD3E159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8BACD-ED80-96A7-39FD-C95AC7FA1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B5B466-0D83-3E62-704C-DEBEC4E8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3EFA-02EB-4D0B-8831-3283AF2CBA0F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EAD9F-4256-E44A-F5F7-D1ACBDAB4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23D109-EC3B-5973-2050-B469C856C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891B-0455-43CA-BADE-909B7D965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2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CC6E-8602-2901-AAAA-923074739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4636A9-A4FB-80F5-A4E1-D960ED257A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0D953-919D-A217-79BD-EDFE5050D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3EFA-02EB-4D0B-8831-3283AF2CBA0F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BD125-5D1C-9B1F-1A03-71A2B5F6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96A98-FAE9-FBB2-57BC-E317C2F5B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891B-0455-43CA-BADE-909B7D965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91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407030-18B7-85CF-7A73-FC3FBCAB61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3A8D1-C8BF-8CFA-B6EE-551575F14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9C73B-8CDC-4E1A-3DB7-E19272F05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53EFA-02EB-4D0B-8831-3283AF2CBA0F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C274F-93C8-0BBF-C565-346AFFC1C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1B746-323B-10EC-BEEA-3CD97FF2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B891B-0455-43CA-BADE-909B7D965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11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3F5341-4FB0-C6D3-8897-462063EF7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ECCD6-7145-8CD8-3C05-854940D8C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E7A79-7AFE-28A9-D969-010FB01622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53EFA-02EB-4D0B-8831-3283AF2CBA0F}" type="datetimeFigureOut">
              <a:rPr lang="en-US" smtClean="0"/>
              <a:t>04-Mar-26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CE22A-539B-A22C-0713-758514A2B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293CC-57D4-67FF-F844-85AF6C8B6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B891B-0455-43CA-BADE-909B7D965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305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69798C-C2C9-24FD-5C61-2DF32FABF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402"/>
            <a:ext cx="12192000" cy="64231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B91D154-BDC7-F8C6-6786-D0D835EEB1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Midterm 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B553A-1C61-F1FB-2CF7-4BA7EE2063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Dimitris Mantzaridis</a:t>
            </a:r>
          </a:p>
        </p:txBody>
      </p:sp>
    </p:spTree>
    <p:extLst>
      <p:ext uri="{BB962C8B-B14F-4D97-AF65-F5344CB8AC3E}">
        <p14:creationId xmlns:p14="http://schemas.microsoft.com/office/powerpoint/2010/main" val="2863763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Midterm 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Dimitrios Mantzaridis</dc:creator>
  <cp:lastModifiedBy>Dimitrios Mantzaridis</cp:lastModifiedBy>
  <cp:revision>1</cp:revision>
  <dcterms:created xsi:type="dcterms:W3CDTF">2026-03-04T18:53:16Z</dcterms:created>
  <dcterms:modified xsi:type="dcterms:W3CDTF">2026-03-04T19:04:54Z</dcterms:modified>
</cp:coreProperties>
</file>